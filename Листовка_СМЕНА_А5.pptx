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328208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yer_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208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ОЧАКОВО · НАТУРАЛЬНЫЕ НАПИТКИ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274320"/>
            <a:ext cx="502920" cy="2743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26280" y="3246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13232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СМЕНА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1790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 смен на производстве,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которые превращаются в твой первый вкус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5420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ВЫБЕРИ ТРЕК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8163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87121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163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Инженер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4B5160"/>
                </a:solidFill>
                <a:latin typeface="Segoe UI"/>
              </a:rPr>
              <a:t>автоматизация и наладка линий, ремонтные мастерские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6027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027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141A"/>
                </a:solidFill>
                <a:latin typeface="Segoe UI"/>
              </a:rPr>
              <a:t>Технолог / химик-лаборант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496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4B5160"/>
                </a:solidFill>
                <a:latin typeface="Segoe UI"/>
              </a:rPr>
              <a:t>цех варки, сиропы, контроль качества партии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3891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44398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3891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Оператор / склад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6360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4B5160"/>
                </a:solidFill>
                <a:latin typeface="Segoe UI"/>
              </a:rPr>
              <a:t>розлив, накладные, комплектация заказов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230368"/>
            <a:ext cx="4572000" cy="54864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309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1" i="0">
                <a:solidFill>
                  <a:srgbClr val="12141A"/>
                </a:solidFill>
                <a:latin typeface="Segoe UI"/>
              </a:rPr>
              <a:t>от 56 000 ₽ до вычета НДФЛ · ТК РФ ·</a:t>
            </a:r>
          </a:p>
          <a:p>
            <a:pPr algn="l">
              <a:lnSpc>
                <a:spcPct val="128000"/>
              </a:lnSpc>
            </a:pPr>
            <a:r>
              <a:rPr sz="880" b="1" i="0">
                <a:solidFill>
                  <a:srgbClr val="12141A"/>
                </a:solidFill>
                <a:latin typeface="Segoe UI"/>
              </a:rPr>
              <a:t>общежитие 3 400 ₽/мес · спецодежда и медосмотр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989320"/>
            <a:ext cx="1051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3550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F9C"/>
                </a:solidFill>
                <a:latin typeface="Segoe UI"/>
              </a:rPr>
              <a:t>QR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60350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12141A"/>
                </a:solidFill>
                <a:latin typeface="Segoe UI"/>
              </a:rPr>
              <a:t>Наведи камеру —</a:t>
            </a:r>
          </a:p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12141A"/>
                </a:solidFill>
                <a:latin typeface="Segoe UI"/>
              </a:rPr>
              <a:t>и пройди первую смену</a:t>
            </a:r>
          </a:p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12141A"/>
                </a:solidFill>
                <a:latin typeface="Segoe UI"/>
              </a:rPr>
              <a:t>за 90 секунд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68122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F9C"/>
                </a:solidFill>
                <a:latin typeface="Segoe UI"/>
              </a:rPr>
              <a:t>заявка на практику: март — август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71323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8A8F9C"/>
                </a:solidFill>
                <a:latin typeface="Segoe UI"/>
              </a:rPr>
              <a:t>лаборатория · цех розлива · технологический цех · складской комплекс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7360920"/>
            <a:ext cx="5328208" cy="201168"/>
          </a:xfrm>
          <a:prstGeom prst="rect">
            <a:avLst/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